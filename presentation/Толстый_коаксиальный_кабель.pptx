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73152"/>
          </a:xfrm>
          <a:prstGeom prst="rect">
            <a:avLst/>
          </a:prstGeom>
          <a:solidFill>
            <a:srgbClr val="E8B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ТОЛСТЫЙ КОАКСИАЛЬНЫЙ КАБЕЛЬ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0">
                <a:solidFill>
                  <a:srgbClr val="BEC8DC"/>
                </a:solidFill>
                <a:latin typeface="Calibri"/>
              </a:defRPr>
            </a:pPr>
            <a:r>
              <a:t>Thick Ethernet · 10BASE5 · RG-8</a:t>
            </a:r>
          </a:p>
        </p:txBody>
      </p:sp>
      <p:pic>
        <p:nvPicPr>
          <p:cNvPr id="6" name="Picture 5" descr="img_cable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697480"/>
            <a:ext cx="5943600" cy="10580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566160" y="4663440"/>
            <a:ext cx="5029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7548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4213D"/>
                </a:solidFill>
                <a:latin typeface="Calibri"/>
              </a:defRPr>
            </a:pPr>
            <a:r>
              <a:t>Выполнил: Воцуев Салах</a:t>
            </a:r>
          </a:p>
          <a:p>
            <a:pPr algn="ctr">
              <a:spcAft>
                <a:spcPts val="600"/>
              </a:spcAft>
              <a:defRPr sz="2200" b="0">
                <a:solidFill>
                  <a:srgbClr val="14213D"/>
                </a:solidFill>
                <a:latin typeface="Calibri"/>
              </a:defRPr>
            </a:pPr>
            <a:r>
              <a:t>Группа: 2П1</a:t>
            </a:r>
          </a:p>
          <a:p>
            <a:pPr algn="ctr">
              <a:spcAft>
                <a:spcPts val="600"/>
              </a:spcAft>
              <a:defRPr sz="2200" b="0">
                <a:solidFill>
                  <a:srgbClr val="14213D"/>
                </a:solidFill>
                <a:latin typeface="Calibri"/>
              </a:defRPr>
            </a:pPr>
            <a:r>
              <a:t>Дисциплина: Компьютерные сети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8B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Что такое толстый коаксиальный кабель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30935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Толстый коаксиальный кабель («жёлтый кабель», Thick Ethernet) — кабель, в котором центральная жила и экран расположены на одной оси (co-axial — «соосный»).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Диаметр: около 10–12 мм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Волновое сопротивление: 50 Ом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Стандарт: IEEE 802.3, 10BASE5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Появился в начале 1980-х годов</a:t>
            </a:r>
          </a:p>
        </p:txBody>
      </p:sp>
      <p:pic>
        <p:nvPicPr>
          <p:cNvPr id="6" name="Picture 5" descr="im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255" y="1645920"/>
            <a:ext cx="42062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5A647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A6478"/>
                </a:solidFill>
                <a:latin typeface="Calibri"/>
              </a:defRPr>
            </a:pPr>
            <a:r>
              <a:t>Воцуев Салах · гр. 2П1 · Компьютерные сети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8B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Строение кабеля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8404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1. Медная жила — передаёт сигнал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2. Диэлектрик — изолирует жилу от экрана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3. Фольга и оплётка — экран от помех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4. Оболочка ПВХ — защита от повреждений</a:t>
            </a:r>
          </a:p>
        </p:txBody>
      </p:sp>
      <p:pic>
        <p:nvPicPr>
          <p:cNvPr id="6" name="Picture 5" descr="img_c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375" y="2194560"/>
            <a:ext cx="6675120" cy="28240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5A647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A6478"/>
                </a:solidFill>
                <a:latin typeface="Calibri"/>
              </a:defRPr>
            </a:pPr>
            <a:r>
              <a:t>Воцуев Салах · гр. 2П1 · Компьютерные сети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8B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Технические характеристики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1264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Скорость передачи — 10 Мбит/с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Длина сегмента — до 500 м (цифра «5» в 10BASE5)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До 100 устройств на один сегмент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Расстояние между подключениями — не менее 2,5 м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На концах кабеля — терминаторы 50 Ом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Подключение — через трансивер («вампир») и кабель AUI</a:t>
            </a:r>
          </a:p>
        </p:txBody>
      </p:sp>
      <p:pic>
        <p:nvPicPr>
          <p:cNvPr id="6" name="Picture 5" descr="img_cable_no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926080"/>
            <a:ext cx="4389120" cy="18569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5A647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A6478"/>
                </a:solidFill>
                <a:latin typeface="Calibri"/>
              </a:defRPr>
            </a:pPr>
            <a:r>
              <a:t>Воцуев Салах · гр. 2П1 · Компьютерные сети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8B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Для чего используется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448055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Локальные сети с топологией «общая шина»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Магистраль (backbone) между сегментами сети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Линии в местах с сильными помехами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Сегодня почти вытеснен витой парой и оптоволокном</a:t>
            </a:r>
          </a:p>
        </p:txBody>
      </p:sp>
      <p:pic>
        <p:nvPicPr>
          <p:cNvPr id="6" name="Picture 5" descr="img_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2103120"/>
            <a:ext cx="6035040" cy="25532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5A647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A6478"/>
                </a:solidFill>
                <a:latin typeface="Calibri"/>
              </a:defRPr>
            </a:pPr>
            <a:r>
              <a:t>Воцуев Салах · гр. 2П1 · Компьютерные сети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8B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Достоинства и недостатки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5A647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A6478"/>
                </a:solidFill>
                <a:latin typeface="Calibri"/>
              </a:defRPr>
            </a:pPr>
            <a:r>
              <a:t>Воцуев Салах · гр. 2П1 · Компьютерные сети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731520"/>
          </a:xfrm>
          <a:prstGeom prst="roundRect">
            <a:avLst>
              <a:gd name="adj" fmla="val 20000"/>
            </a:avLst>
          </a:prstGeom>
          <a:solidFill>
            <a:srgbClr val="228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Достоинства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+ Хорошая защита от помех</a:t>
            </a:r>
          </a:p>
          <a:p>
            <a:pPr algn="l">
              <a:spcAft>
                <a:spcPts val="14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+ Большая длина сегмента — 500 м</a:t>
            </a:r>
          </a:p>
          <a:p>
            <a:pPr algn="l">
              <a:spcAft>
                <a:spcPts val="14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+ Высокая механическая прочность</a:t>
            </a:r>
          </a:p>
          <a:p>
            <a:pPr algn="l">
              <a:spcAft>
                <a:spcPts val="14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+ Надёжность передачи сигнала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303520" cy="731520"/>
          </a:xfrm>
          <a:prstGeom prst="roundRect">
            <a:avLst>
              <a:gd name="adj" fmla="val 20000"/>
            </a:avLst>
          </a:prstGeom>
          <a:solidFill>
            <a:srgbClr val="C8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1907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Недостатки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6517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− Толстый, жёсткий и тяжёлый</a:t>
            </a:r>
          </a:p>
          <a:p>
            <a:pPr algn="l">
              <a:spcAft>
                <a:spcPts val="14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− Дорогой и сложный монтаж</a:t>
            </a:r>
          </a:p>
          <a:p>
            <a:pPr algn="l">
              <a:spcAft>
                <a:spcPts val="14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− Низкая скорость — 10 Мбит/с</a:t>
            </a:r>
          </a:p>
          <a:p>
            <a:pPr algn="l">
              <a:spcAft>
                <a:spcPts val="14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− Обрыв кабеля останавливает всю сеть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E8B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22375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Толстый коаксиальный кабель — один из первых кабелей для сетей Ethernet.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Он надёжно передавал данные на расстояние до 500 м и хорошо защищал сигнал от помех.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  <a:r>
              <a:t>• Сейчас почти не применяется, но важен для понимания истории и устройства компьютерных сетей.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4213D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100" b="1">
                <a:solidFill>
                  <a:srgbClr val="14213D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pic>
        <p:nvPicPr>
          <p:cNvPr id="6" name="Picture 5" descr="im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55" y="1828800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0">
                <a:solidFill>
                  <a:srgbClr val="5A647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A6478"/>
                </a:solidFill>
                <a:latin typeface="Calibri"/>
              </a:defRPr>
            </a:pPr>
            <a:r>
              <a:t>Воцуев Салах · гр. 2П1 · Компьютерные сети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