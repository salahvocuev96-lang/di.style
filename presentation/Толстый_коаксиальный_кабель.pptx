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000" b="1">
                <a:solidFill>
                  <a:srgbClr val="F2C200"/>
                </a:solidFill>
              </a:defRPr>
            </a:pPr>
            <a:r>
              <a:t>Толстый коаксиальный кабель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0">
                <a:solidFill>
                  <a:srgbClr val="FFFFFF"/>
                </a:solidFill>
              </a:defRPr>
            </a:pPr>
            <a:r>
              <a:t>Thick Ethernet (10BASE5, RG-8)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Выполнил: Воцуев Салах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Группа: 2П1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Дисциплина: Компьютерные сети</a:t>
            </a:r>
          </a:p>
        </p:txBody>
      </p:sp>
      <p:pic>
        <p:nvPicPr>
          <p:cNvPr id="5" name="Picture 4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329184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Что это такое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492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Толстый коаксиальный кабель (Thick Ethernet, «жёлтый кабель») — кабель для передачи электрических сигналов, у которого центральная жила и экран расположены на одной оси.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Диаметр около 10–12 мм, волновое сопротивление 50 Ом.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Стандарт Ethernet 10BASE5 (IEEE 802.3), появился в начале 1980-х.</a:t>
            </a:r>
          </a:p>
        </p:txBody>
      </p:sp>
      <p:pic>
        <p:nvPicPr>
          <p:cNvPr id="4" name="Picture 3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164592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Строение кабеля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1. Центральная медная жила — передаёт сигнал.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2. Диэлектрик — изолирует жилу от экрана.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3. Экран (фольга и оплётка) — защищает от помех.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4. Внешняя оболочка — защищает от повреждений.</a:t>
            </a:r>
          </a:p>
        </p:txBody>
      </p:sp>
      <p:pic>
        <p:nvPicPr>
          <p:cNvPr id="4" name="Picture 3" descr="img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1645920"/>
            <a:ext cx="576072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Технические характеристики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Скорость передачи: 10 Мбит/с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Длина сегмента: до 500 м («5» в 10BASE5)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До 100 устройств на сегмент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Минимальное расстояние между подключениями: 2,5 м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Сопротивление: 50 Ом, на концах — терминаторы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Подключение через трансиверы («вампиры») и кабель AUI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Для чего используется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Построение локальных сетей с топологией «общая шина».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Магистраль (backbone), соединяющая сегменты сети в зданиях.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Сети с большими расстояниями и сильными помехами.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Сейчас — в основном в старых сетях; заменён витой парой и оптоволокном.</a:t>
            </a:r>
          </a:p>
        </p:txBody>
      </p:sp>
      <p:pic>
        <p:nvPicPr>
          <p:cNvPr id="4" name="Picture 3" descr="img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1645920"/>
            <a:ext cx="576072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Достоинства и недостатки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Достоинства: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+ хорошая защита от помех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+ большая длина сегмента (500 м)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+ высокая механическая прочность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Недостатки: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− толстый, жёсткий и тяжёлый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− дорогой и сложный монтаж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− низкая скорость (10 Мбит/с)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  − обрыв кабеля останавливает всю сеть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2C200"/>
                </a:solidFill>
              </a:defRPr>
            </a:pPr>
            <a:r>
              <a:t>Вывод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Толстый коаксиальный кабель — один из первых кабелей для сетей Ethernet.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Он обеспечивал надёжную передачу данных на большие расстояния.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• Сегодня почти не применяется, но важен для понимания истории и устройства компьютерных сетей.</a:t>
            </a: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200" b="0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