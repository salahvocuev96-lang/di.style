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E8BC1C"/>
                </a:solidFill>
                <a:latin typeface="Calibri"/>
              </a:defRPr>
            </a:pPr>
            <a:r>
              <a:t>Дисциплина: Компьютерные сети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4600" b="1">
                <a:solidFill>
                  <a:srgbClr val="FFFFFF"/>
                </a:solidFill>
                <a:latin typeface="Calibri"/>
              </a:defRPr>
            </a:pPr>
            <a:r>
              <a:t>ТОЛСТЫЙ КОАКСИАЛЬНЫЙ КАБЕЛЬ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0">
                <a:solidFill>
                  <a:srgbClr val="BEC8DC"/>
                </a:solidFill>
                <a:latin typeface="Calibri"/>
              </a:defRPr>
            </a:pPr>
            <a:r>
              <a:t>Thick Ethernet · 10BASE5 · RG-8</a:t>
            </a:r>
          </a:p>
        </p:txBody>
      </p:sp>
      <p:pic>
        <p:nvPicPr>
          <p:cNvPr id="7" name="Picture 6" descr="img_cabl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697480"/>
            <a:ext cx="5943600" cy="105804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566160" y="4663440"/>
            <a:ext cx="5029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47548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4213D"/>
                </a:solidFill>
                <a:latin typeface="Calibri"/>
              </a:defRPr>
            </a:pPr>
            <a:r>
              <a:t>Выполнил: Воцуев Салах</a:t>
            </a:r>
          </a:p>
          <a:p>
            <a:pPr algn="ctr">
              <a:spcAft>
                <a:spcPts val="600"/>
              </a:spcAft>
              <a:defRPr sz="2200" b="0">
                <a:solidFill>
                  <a:srgbClr val="14213D"/>
                </a:solidFill>
                <a:latin typeface="Calibri"/>
              </a:defRPr>
            </a:pPr>
            <a:r>
              <a:t>Группа: 2П1</a:t>
            </a:r>
          </a:p>
          <a:p>
            <a:pPr algn="ctr">
              <a:spcAft>
                <a:spcPts val="600"/>
              </a:spcAft>
              <a:defRPr sz="2200" b="0">
                <a:solidFill>
                  <a:srgbClr val="14213D"/>
                </a:solidFill>
                <a:latin typeface="Calibri"/>
              </a:defRPr>
            </a:pPr>
            <a:r>
              <a:t>Дисциплина: Компьютерные сети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BEC8DC"/>
                </a:solidFill>
                <a:latin typeface="Calibri"/>
              </a:defRPr>
            </a:pPr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Что такое толстый коаксиальный кабель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3093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Толстый коаксиальный кабель («жёлтый кабель», Thick Ethernet) — кабель, в котором центральная жила и экран расположены на одной оси (co-axial — «соосный»).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Диаметр: около 10–12 мм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Волновое сопротивление: 50 Ом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Стандарт: IEEE 802.3, 10BASE5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Появился в начале 1980-х годов</a:t>
            </a:r>
          </a:p>
        </p:txBody>
      </p:sp>
      <p:pic>
        <p:nvPicPr>
          <p:cNvPr id="6" name="Picture 5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645920"/>
            <a:ext cx="420624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Строение кабеля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8404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1. Медная жила — передаёт сигнал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2. Диэлектрик — изолирует жилу от экрана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3. Фольга и оплётка — экран от помех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4. Оболочка ПВХ — защита от повреждений</a:t>
            </a:r>
          </a:p>
        </p:txBody>
      </p:sp>
      <p:pic>
        <p:nvPicPr>
          <p:cNvPr id="6" name="Picture 5" descr="img_c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2194560"/>
            <a:ext cx="6675120" cy="28240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Технические характеристики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1264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Скорость передачи — 10 Мбит/с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Длина сегмента — до 500 м (цифра «5» в 10BASE5)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До 100 устройств на один сегмент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Расстояние между подключениями — не менее 2,5 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На концах кабеля — терминаторы 50 Ом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Подключение — через трансивер («вампир») и кабель AUI</a:t>
            </a:r>
          </a:p>
        </p:txBody>
      </p:sp>
      <p:pic>
        <p:nvPicPr>
          <p:cNvPr id="6" name="Picture 5" descr="img_cable_no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2926080"/>
            <a:ext cx="4389120" cy="18569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Для чего используется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44805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Локальные сети с топологией «общая шина»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Магистраль (backbone) между сегментами сети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Линии в местах с сильными помехами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Сегодня почти вытеснен витой парой и оптоволокном</a:t>
            </a:r>
          </a:p>
        </p:txBody>
      </p:sp>
      <p:pic>
        <p:nvPicPr>
          <p:cNvPr id="6" name="Picture 5" descr="img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2103120"/>
            <a:ext cx="6035040" cy="2553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Достоинства и недостатки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C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228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1907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Достоинства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Хорошая защита от помех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Большая длина сегмента — 500 м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Высокая механическая прочность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Надёжность передачи сигнала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4592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C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C8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71907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Недостатки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Толстый, жёсткий и тяжёлый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Дорогой и сложный монтаж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Низкая скорость — 10 Мбит/с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Обрыв кабеля останавливает всю сеть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Вывод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72237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Толстый коаксиальный кабель — один из первых кабелей для сетей Ethernet.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Он надёжно передавал данные на расстояние до 500 м и хорошо защищал сигнал от помех.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Сейчас почти не применяется, но важен для понимания истории и устройства компьютерных сетей.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Aft>
                <a:spcPts val="1200"/>
              </a:spcAft>
              <a:defRPr sz="2100" b="1">
                <a:solidFill>
                  <a:srgbClr val="14213D"/>
                </a:solidFill>
                <a:latin typeface="Calibri"/>
              </a:defRPr>
            </a:pPr>
            <a:r>
              <a:t>Спасибо за внимание!</a:t>
            </a:r>
          </a:p>
        </p:txBody>
      </p:sp>
      <p:pic>
        <p:nvPicPr>
          <p:cNvPr id="6" name="Picture 5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1828800"/>
            <a:ext cx="32918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